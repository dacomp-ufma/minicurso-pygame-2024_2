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ec1c8dc93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1ec1c8dc93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ec1c8dc93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ec1c8dc93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ec1c8dc93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1ec1c8dc93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0df8834e97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0df8834e97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Avisar que os itens marcados não vão ser discutidos neste curso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ec1c8dc93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ec1c8dc93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df8834e9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0df8834e97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c1c8dc93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ec1c8dc93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df8834e97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df8834e97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ec1c8dc93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ec1c8dc93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df8834e9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0df8834e9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ec1c8dc93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ec1c8dc93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c1f21d2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ec1f21d2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">
  <p:cSld name="CUSTOM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2">
  <p:cSld name="CUSTOM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3">
  <p:cSld name="CUSTOM_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4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5">
  <p:cSld name="CUSTOM_4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6">
  <p:cSld name="CUSTOM_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7">
  <p:cSld name="CUSTOM_6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8">
  <p:cSld name="CUSTOM_7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9">
  <p:cSld name="CUSTOM_8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326"/>
          </a:solidFill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 1 1">
  <p:cSld name="CUSTOM_1_1_1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032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/>
        </p:nvSpPr>
        <p:spPr>
          <a:xfrm>
            <a:off x="841900" y="2016000"/>
            <a:ext cx="2946600" cy="12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A OOP E CLASSES</a:t>
            </a:r>
            <a:endParaRPr sz="27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" name="Google Shape;3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5575" y="3629450"/>
            <a:ext cx="1042501" cy="104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276" y="4111933"/>
            <a:ext cx="1455176" cy="17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/>
        </p:nvSpPr>
        <p:spPr>
          <a:xfrm>
            <a:off x="591950" y="2200050"/>
            <a:ext cx="56961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ORIENTAÇÃO A OBJETOS</a:t>
            </a:r>
            <a:endParaRPr sz="3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Orientação a objetos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15"/>
          <p:cNvSpPr txBox="1"/>
          <p:nvPr/>
        </p:nvSpPr>
        <p:spPr>
          <a:xfrm>
            <a:off x="605125" y="1454725"/>
            <a:ext cx="6872400" cy="249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Tenta abstrair objetos do mundo real para o código 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Confere aos programas: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Maior organização e reutilização do código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Encapsulamento de atributos e comportamentos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Escalabilidade do código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Conceitos básicos de OOP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16"/>
          <p:cNvSpPr txBox="1"/>
          <p:nvPr/>
        </p:nvSpPr>
        <p:spPr>
          <a:xfrm>
            <a:off x="605125" y="1454725"/>
            <a:ext cx="6872400" cy="251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Classes e Objetos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Encapsulamento e Métodos</a:t>
            </a:r>
            <a:r>
              <a:rPr lang="pt-BR" sz="1800" strike="sngStrik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(Públicos e privados)</a:t>
            </a:r>
            <a:endParaRPr sz="1800" strike="sngStrik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Herança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strike="sngStrik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Polimorfismo</a:t>
            </a:r>
            <a:endParaRPr sz="1800" strike="sngStrik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strike="sngStrik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Abstração</a:t>
            </a:r>
            <a:endParaRPr sz="1800" strike="sngStrik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são classes e objetos?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7"/>
          <p:cNvSpPr txBox="1"/>
          <p:nvPr/>
        </p:nvSpPr>
        <p:spPr>
          <a:xfrm>
            <a:off x="605125" y="1393169"/>
            <a:ext cx="6872400" cy="253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Objetos são instâncias de classes, que determinam qual informação um objeto contém e como ele pode manipulá-la.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Uma Classe é uma descrição de um conjunto de objetos que 	compartilham os mesmos atributos, operações, relacionamentos e semântica.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de classe e objeto em python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8"/>
          <p:cNvSpPr txBox="1"/>
          <p:nvPr/>
        </p:nvSpPr>
        <p:spPr>
          <a:xfrm>
            <a:off x="2778675" y="1306950"/>
            <a:ext cx="3096000" cy="3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Animal:</a:t>
            </a: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pt-BR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nome):</a:t>
            </a: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.nome = nome</a:t>
            </a: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Objetos</a:t>
            </a:r>
            <a:endParaRPr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jose = Animal(</a:t>
            </a:r>
            <a:r>
              <a:rPr lang="pt-BR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"jose"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lucas = Animal(</a:t>
            </a:r>
            <a:r>
              <a:rPr lang="pt-BR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"lucas"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carlos = Animal(</a:t>
            </a:r>
            <a:r>
              <a:rPr lang="pt-BR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"carlos"</a:t>
            </a:r>
            <a:r>
              <a:rPr lang="pt-BR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são atributos e métodos?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9"/>
          <p:cNvSpPr txBox="1"/>
          <p:nvPr/>
        </p:nvSpPr>
        <p:spPr>
          <a:xfrm>
            <a:off x="605125" y="1440393"/>
            <a:ext cx="6872400" cy="25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atributo é uma variável que pertence a um objeto. Os dados de um objeto são armazenados nos seus atributos.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métodos são procedimentos ou funções que realizam as ações próprias do objeto. Assim, os métodos são as ações que o objeto pode realizar.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de atributo e método em python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20"/>
          <p:cNvSpPr txBox="1"/>
          <p:nvPr/>
        </p:nvSpPr>
        <p:spPr>
          <a:xfrm>
            <a:off x="1721900" y="1106925"/>
            <a:ext cx="5263292" cy="3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Animal:</a:t>
            </a: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 err="1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nome: </a:t>
            </a:r>
            <a:r>
              <a:rPr lang="pt-BR" sz="1200" dirty="0" err="1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200" dirty="0" err="1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.nome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= nome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Atributo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56A8F5"/>
                </a:solidFill>
                <a:latin typeface="Consolas"/>
                <a:ea typeface="Consolas"/>
                <a:cs typeface="Consolas"/>
                <a:sym typeface="Consolas"/>
              </a:rPr>
              <a:t>falar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200" dirty="0" err="1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pt-BR" sz="1200" dirty="0" err="1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Método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f"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pt-BR" sz="1200" dirty="0" err="1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.nome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 disse 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200" dirty="0">
              <a:solidFill>
                <a:srgbClr val="6AAB7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6AAB7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Objetos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= Animal(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Instanciamos a classe em um objeto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jose.falar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"Vasco"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))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Chamamos o método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disse Vasco</a:t>
            </a:r>
            <a:endParaRPr sz="12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CF8E6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Herança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21"/>
          <p:cNvSpPr txBox="1"/>
          <p:nvPr/>
        </p:nvSpPr>
        <p:spPr>
          <a:xfrm>
            <a:off x="605125" y="1012850"/>
            <a:ext cx="6872400" cy="338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Muitas vezes, classes têm características comuns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Problema: muita repetição de código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Herança é a capacidade de reutilizar as características de outra classe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Herança se dá quando uma classe B é derivada de outra classe A, onde B herda os atributos e métodos de A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de herança em python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22"/>
          <p:cNvSpPr txBox="1"/>
          <p:nvPr/>
        </p:nvSpPr>
        <p:spPr>
          <a:xfrm>
            <a:off x="1625824" y="1055225"/>
            <a:ext cx="5318115" cy="3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Cachorro(Animal)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 err="1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nome: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 err="1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2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 err="1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pt-BR" sz="1200" dirty="0">
                <a:solidFill>
                  <a:srgbClr val="B200B2"/>
                </a:solidFill>
                <a:latin typeface="Consolas"/>
                <a:ea typeface="Consolas"/>
                <a:cs typeface="Consolas"/>
                <a:sym typeface="Consolas"/>
              </a:rPr>
              <a:t>__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(nome)</a:t>
            </a:r>
            <a:endParaRPr sz="12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56A8F5"/>
                </a:solidFill>
                <a:latin typeface="Consolas"/>
                <a:ea typeface="Consolas"/>
                <a:cs typeface="Consolas"/>
                <a:sym typeface="Consolas"/>
              </a:rPr>
              <a:t>latir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200" dirty="0" err="1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pt-BR" sz="12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 err="1">
                <a:solidFill>
                  <a:srgbClr val="94558D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.falar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Au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au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Objetos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Cachorro(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Instanciamos a classe em um objeto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2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jose.latir</a:t>
            </a:r>
            <a:r>
              <a:rPr lang="pt-BR" sz="12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()) </a:t>
            </a:r>
            <a:r>
              <a:rPr lang="pt-BR" sz="12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Chamamos o método</a:t>
            </a:r>
            <a:endParaRPr sz="12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F8E6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jose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disse </a:t>
            </a: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</a:t>
            </a:r>
            <a:r>
              <a:rPr lang="pt-BR" sz="12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2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</a:t>
            </a:r>
            <a:endParaRPr sz="12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Classes junto com o pygame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23"/>
          <p:cNvSpPr txBox="1"/>
          <p:nvPr/>
        </p:nvSpPr>
        <p:spPr>
          <a:xfrm>
            <a:off x="605125" y="1012850"/>
            <a:ext cx="6872400" cy="332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Maior aproveitamento das funcionalidade da biblioteca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Melhor organização do código do projeto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Quais objetos devem estar presentes no jogo?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r>
              <a:rPr lang="pt-BR" sz="18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um determinado objeto se comporta? Quais são as suas características?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○"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Ajuda na leitura e reutilização do código</a:t>
            </a: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/>
        </p:nvSpPr>
        <p:spPr>
          <a:xfrm>
            <a:off x="559825" y="2028750"/>
            <a:ext cx="35154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10DD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MUITO OBRIGADO!</a:t>
            </a:r>
            <a:endParaRPr sz="3600">
              <a:solidFill>
                <a:srgbClr val="10DD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4"/>
          <p:cNvSpPr txBox="1"/>
          <p:nvPr/>
        </p:nvSpPr>
        <p:spPr>
          <a:xfrm>
            <a:off x="973375" y="3114759"/>
            <a:ext cx="268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dacomp@ufma.br</a:t>
            </a:r>
            <a:endParaRPr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@dacomp.ufma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uro_pik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Apresentação na tela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Helvetica Neue</vt:lpstr>
      <vt:lpstr>Consolas</vt:lpstr>
      <vt:lpstr>Escuro_pika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EBSERH - Guilherme Barrio Nascimento</cp:lastModifiedBy>
  <cp:revision>1</cp:revision>
  <dcterms:modified xsi:type="dcterms:W3CDTF">2025-01-26T18:47:47Z</dcterms:modified>
</cp:coreProperties>
</file>